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107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yrone Chandler" userId="7dd5aa98ff8aab07" providerId="LiveId" clId="{E954BAB1-B5DA-4CF1-984D-8E40D861C9AC}"/>
    <pc:docChg chg="undo custSel modSld">
      <pc:chgData name="Tyrone Chandler" userId="7dd5aa98ff8aab07" providerId="LiveId" clId="{E954BAB1-B5DA-4CF1-984D-8E40D861C9AC}" dt="2026-03-08T21:33:59.067" v="126" actId="255"/>
      <pc:docMkLst>
        <pc:docMk/>
      </pc:docMkLst>
      <pc:sldChg chg="modSp mod">
        <pc:chgData name="Tyrone Chandler" userId="7dd5aa98ff8aab07" providerId="LiveId" clId="{E954BAB1-B5DA-4CF1-984D-8E40D861C9AC}" dt="2026-03-08T21:33:59.067" v="126" actId="255"/>
        <pc:sldMkLst>
          <pc:docMk/>
          <pc:sldMk cId="0" sldId="256"/>
        </pc:sldMkLst>
        <pc:spChg chg="mod">
          <ac:chgData name="Tyrone Chandler" userId="7dd5aa98ff8aab07" providerId="LiveId" clId="{E954BAB1-B5DA-4CF1-984D-8E40D861C9AC}" dt="2026-03-08T21:33:59.067" v="126" actId="255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Tyrone Chandler" userId="7dd5aa98ff8aab07" providerId="LiveId" clId="{E954BAB1-B5DA-4CF1-984D-8E40D861C9AC}" dt="2026-03-08T21:33:36.236" v="123" actId="255"/>
        <pc:sldMkLst>
          <pc:docMk/>
          <pc:sldMk cId="0" sldId="257"/>
        </pc:sldMkLst>
        <pc:spChg chg="mod">
          <ac:chgData name="Tyrone Chandler" userId="7dd5aa98ff8aab07" providerId="LiveId" clId="{E954BAB1-B5DA-4CF1-984D-8E40D861C9AC}" dt="2026-03-08T21:32:51.889" v="115" actId="255"/>
          <ac:spMkLst>
            <pc:docMk/>
            <pc:sldMk cId="0" sldId="257"/>
            <ac:spMk id="4" creationId="{00000000-0000-0000-0000-000000000000}"/>
          </ac:spMkLst>
        </pc:spChg>
        <pc:spChg chg="mod">
          <ac:chgData name="Tyrone Chandler" userId="7dd5aa98ff8aab07" providerId="LiveId" clId="{E954BAB1-B5DA-4CF1-984D-8E40D861C9AC}" dt="2026-03-08T21:33:20.915" v="121" actId="14100"/>
          <ac:spMkLst>
            <pc:docMk/>
            <pc:sldMk cId="0" sldId="257"/>
            <ac:spMk id="5" creationId="{00000000-0000-0000-0000-000000000000}"/>
          </ac:spMkLst>
        </pc:spChg>
        <pc:spChg chg="mod">
          <ac:chgData name="Tyrone Chandler" userId="7dd5aa98ff8aab07" providerId="LiveId" clId="{E954BAB1-B5DA-4CF1-984D-8E40D861C9AC}" dt="2026-03-08T21:33:36.236" v="123" actId="255"/>
          <ac:spMkLst>
            <pc:docMk/>
            <pc:sldMk cId="0" sldId="257"/>
            <ac:spMk id="6" creationId="{00000000-0000-0000-0000-000000000000}"/>
          </ac:spMkLst>
        </pc:spChg>
      </pc:sldChg>
      <pc:sldChg chg="modSp mod">
        <pc:chgData name="Tyrone Chandler" userId="7dd5aa98ff8aab07" providerId="LiveId" clId="{E954BAB1-B5DA-4CF1-984D-8E40D861C9AC}" dt="2026-03-08T21:32:30.982" v="112" actId="255"/>
        <pc:sldMkLst>
          <pc:docMk/>
          <pc:sldMk cId="0" sldId="258"/>
        </pc:sldMkLst>
        <pc:spChg chg="mod">
          <ac:chgData name="Tyrone Chandler" userId="7dd5aa98ff8aab07" providerId="LiveId" clId="{E954BAB1-B5DA-4CF1-984D-8E40D861C9AC}" dt="2026-03-08T21:32:30.982" v="112" actId="255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Tyrone Chandler" userId="7dd5aa98ff8aab07" providerId="LiveId" clId="{E954BAB1-B5DA-4CF1-984D-8E40D861C9AC}" dt="2026-03-08T21:32:06.812" v="110" actId="255"/>
        <pc:sldMkLst>
          <pc:docMk/>
          <pc:sldMk cId="0" sldId="259"/>
        </pc:sldMkLst>
        <pc:spChg chg="mod">
          <ac:chgData name="Tyrone Chandler" userId="7dd5aa98ff8aab07" providerId="LiveId" clId="{E954BAB1-B5DA-4CF1-984D-8E40D861C9AC}" dt="2026-03-08T21:31:30.750" v="106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Tyrone Chandler" userId="7dd5aa98ff8aab07" providerId="LiveId" clId="{E954BAB1-B5DA-4CF1-984D-8E40D861C9AC}" dt="2026-03-08T21:31:45.068" v="109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Tyrone Chandler" userId="7dd5aa98ff8aab07" providerId="LiveId" clId="{E954BAB1-B5DA-4CF1-984D-8E40D861C9AC}" dt="2026-03-08T21:32:06.812" v="110" actId="255"/>
          <ac:spMkLst>
            <pc:docMk/>
            <pc:sldMk cId="0" sldId="259"/>
            <ac:spMk id="6" creationId="{00000000-0000-0000-0000-000000000000}"/>
          </ac:spMkLst>
        </pc:spChg>
        <pc:spChg chg="mod">
          <ac:chgData name="Tyrone Chandler" userId="7dd5aa98ff8aab07" providerId="LiveId" clId="{E954BAB1-B5DA-4CF1-984D-8E40D861C9AC}" dt="2026-03-08T21:27:28.349" v="29" actId="20577"/>
          <ac:spMkLst>
            <pc:docMk/>
            <pc:sldMk cId="0" sldId="259"/>
            <ac:spMk id="9" creationId="{00000000-0000-0000-0000-000000000000}"/>
          </ac:spMkLst>
        </pc:spChg>
      </pc:sldChg>
      <pc:sldChg chg="modSp mod">
        <pc:chgData name="Tyrone Chandler" userId="7dd5aa98ff8aab07" providerId="LiveId" clId="{E954BAB1-B5DA-4CF1-984D-8E40D861C9AC}" dt="2026-03-08T21:31:06.729" v="104" actId="14100"/>
        <pc:sldMkLst>
          <pc:docMk/>
          <pc:sldMk cId="0" sldId="260"/>
        </pc:sldMkLst>
        <pc:spChg chg="mod">
          <ac:chgData name="Tyrone Chandler" userId="7dd5aa98ff8aab07" providerId="LiveId" clId="{E954BAB1-B5DA-4CF1-984D-8E40D861C9AC}" dt="2026-03-08T21:31:06.729" v="104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Tyrone Chandler" userId="7dd5aa98ff8aab07" providerId="LiveId" clId="{E954BAB1-B5DA-4CF1-984D-8E40D861C9AC}" dt="2026-03-08T21:30:22.436" v="102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Tyrone Chandler" userId="7dd5aa98ff8aab07" providerId="LiveId" clId="{E954BAB1-B5DA-4CF1-984D-8E40D861C9AC}" dt="2026-03-08T21:30:09.557" v="83" actId="20577"/>
          <ac:spMkLst>
            <pc:docMk/>
            <pc:sldMk cId="0" sldId="260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9676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Survey System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1064240" cy="0"/>
          </a:xfrm>
          <a:prstGeom prst="line">
            <a:avLst/>
          </a:prstGeom>
          <a:noFill/>
          <a:ln w="19050">
            <a:solidFill>
              <a:srgbClr val="9CC2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530352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basic survey application that lets a user create a survey, add open ended questions, collect anonymous responses, view saved results, and export data to CSV.</a:t>
            </a:r>
            <a:endParaRPr lang="en-US" sz="2400" dirty="0"/>
          </a:p>
        </p:txBody>
      </p:sp>
      <p:pic>
        <p:nvPicPr>
          <p:cNvPr id="7" name="Image 0" descr="/mnt/data/Screenshot 2026-03-07 185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6273"/>
            <a:ext cx="4754880" cy="8280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309067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menu 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9808" y="4069080"/>
            <a:ext cx="2084832" cy="585216"/>
          </a:xfrm>
          <a:prstGeom prst="roundRect">
            <a:avLst>
              <a:gd name="adj" fmla="val 12500"/>
            </a:avLst>
          </a:prstGeom>
          <a:solidFill>
            <a:srgbClr val="D9EAF7"/>
          </a:solidFill>
          <a:ln w="13970">
            <a:solidFill>
              <a:srgbClr val="7F9D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49808" y="4242816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Survey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2962656" y="4069080"/>
            <a:ext cx="2084832" cy="585216"/>
          </a:xfrm>
          <a:prstGeom prst="roundRect">
            <a:avLst>
              <a:gd name="adj" fmla="val 12500"/>
            </a:avLst>
          </a:prstGeom>
          <a:solidFill>
            <a:srgbClr val="D9EAF7"/>
          </a:solidFill>
          <a:ln w="13970">
            <a:solidFill>
              <a:srgbClr val="7F9D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962656" y="4242816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Questions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175504" y="4069080"/>
            <a:ext cx="2084832" cy="585216"/>
          </a:xfrm>
          <a:prstGeom prst="roundRect">
            <a:avLst>
              <a:gd name="adj" fmla="val 12500"/>
            </a:avLst>
          </a:prstGeom>
          <a:solidFill>
            <a:srgbClr val="D9EAF7"/>
          </a:solidFill>
          <a:ln w="13970">
            <a:solidFill>
              <a:srgbClr val="7F9D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175504" y="4242816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Survey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388352" y="4069080"/>
            <a:ext cx="2084832" cy="585216"/>
          </a:xfrm>
          <a:prstGeom prst="roundRect">
            <a:avLst>
              <a:gd name="adj" fmla="val 12500"/>
            </a:avLst>
          </a:prstGeom>
          <a:solidFill>
            <a:srgbClr val="D9EAF7"/>
          </a:solidFill>
          <a:ln w="13970">
            <a:solidFill>
              <a:srgbClr val="7F9D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88352" y="4242816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Results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9601200" y="4069080"/>
            <a:ext cx="2084832" cy="585216"/>
          </a:xfrm>
          <a:prstGeom prst="roundRect">
            <a:avLst>
              <a:gd name="adj" fmla="val 12500"/>
            </a:avLst>
          </a:prstGeom>
          <a:solidFill>
            <a:srgbClr val="D9EAF7"/>
          </a:solidFill>
          <a:ln w="13970">
            <a:solidFill>
              <a:srgbClr val="7F9D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601200" y="4242816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CSV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Problem, Users, and Features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1064240" cy="0"/>
          </a:xfrm>
          <a:prstGeom prst="line">
            <a:avLst/>
          </a:prstGeom>
          <a:noFill/>
          <a:ln w="19050">
            <a:solidFill>
              <a:srgbClr val="9CC2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886969"/>
            <a:ext cx="5486400" cy="262432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feedback collection is slow and hard to organize.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system is useful for instructors, student groups, and small organizations.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version focuses on the most important survey tasks only.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865944"/>
            <a:ext cx="3291840" cy="5787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implemented features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444678"/>
            <a:ext cx="4480560" cy="22223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survey title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open ended questions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survey anonymously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saved responses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results to CSV</a:t>
            </a:r>
            <a:endParaRPr lang="en-US" sz="2400" dirty="0"/>
          </a:p>
        </p:txBody>
      </p:sp>
      <p:pic>
        <p:nvPicPr>
          <p:cNvPr id="7" name="Image 0" descr="/mnt/data/Screenshot 2026-03-07 185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52" y="1325880"/>
            <a:ext cx="3668617" cy="1645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0" y="297180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Survey window</a:t>
            </a:r>
            <a:endParaRPr lang="en-US" sz="1200" dirty="0"/>
          </a:p>
        </p:txBody>
      </p:sp>
      <p:pic>
        <p:nvPicPr>
          <p:cNvPr id="9" name="Image 1" descr="/mnt/data/Screenshot 2026-03-07 1851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9894" y="3383280"/>
            <a:ext cx="3768132" cy="1828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0" y="528523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selection window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Use Cases in the Demo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1064240" cy="0"/>
          </a:xfrm>
          <a:prstGeom prst="line">
            <a:avLst/>
          </a:prstGeom>
          <a:noFill/>
          <a:ln w="19050">
            <a:solidFill>
              <a:srgbClr val="9CC2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234439"/>
            <a:ext cx="5212080" cy="4608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1: 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survey and save its title.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2: 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open ended questions to the survey.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3: 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survey and submit an anonymous response.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4: 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stored results and export them to CSV.</a:t>
            </a:r>
            <a:endParaRPr lang="en-US" sz="2400" dirty="0"/>
          </a:p>
        </p:txBody>
      </p:sp>
      <p:pic>
        <p:nvPicPr>
          <p:cNvPr id="5" name="Image 0" descr="/mnt/data/Screenshot 2026-03-07 1852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622" y="1325880"/>
            <a:ext cx="3649237" cy="1600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37960" y="292608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entry screen</a:t>
            </a:r>
            <a:endParaRPr lang="en-US" sz="1200" dirty="0"/>
          </a:p>
        </p:txBody>
      </p:sp>
      <p:pic>
        <p:nvPicPr>
          <p:cNvPr id="7" name="Image 1" descr="/mnt/data/Screenshot 2026-03-07 1853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936" y="3246120"/>
            <a:ext cx="2486608" cy="2377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7960" y="564184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window with saved answer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Simplified to Keep Coding Basic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1064240" cy="0"/>
          </a:xfrm>
          <a:prstGeom prst="line">
            <a:avLst/>
          </a:prstGeom>
          <a:noFill/>
          <a:ln w="19050">
            <a:solidFill>
              <a:srgbClr val="9CC2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280159"/>
            <a:ext cx="5394960" cy="3008373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login system or account management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advanced user roles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responses only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core workflow is included in the current version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system uses open ended questions only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2194560" cy="645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added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5034986"/>
            <a:ext cx="4389120" cy="91440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choice options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or no question types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83680" y="1645920"/>
            <a:ext cx="4206240" cy="3246120"/>
          </a:xfrm>
          <a:prstGeom prst="roundRect">
            <a:avLst>
              <a:gd name="adj" fmla="val 2254"/>
            </a:avLst>
          </a:prstGeom>
          <a:solidFill>
            <a:srgbClr val="EEF5FB"/>
          </a:solidFill>
          <a:ln w="13970">
            <a:solidFill>
              <a:srgbClr val="9CC2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12280" y="1874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helps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12280" y="2240280"/>
            <a:ext cx="347472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database design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code to debug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realistic final deliverable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for the Rest of the Semester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1064240" cy="0"/>
          </a:xfrm>
          <a:prstGeom prst="line">
            <a:avLst/>
          </a:prstGeom>
          <a:noFill/>
          <a:ln w="19050">
            <a:solidFill>
              <a:srgbClr val="9CC2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234439"/>
            <a:ext cx="5669280" cy="4425579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177800" indent="-177800"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polishing the current survey workflow.</a:t>
            </a:r>
            <a:endParaRPr lang="en-US" sz="2800" dirty="0"/>
          </a:p>
          <a:p>
            <a:pPr marL="177800" indent="-177800"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usability and test the saved data flow.</a:t>
            </a:r>
            <a:endParaRPr lang="en-US" sz="2800" dirty="0"/>
          </a:p>
          <a:p>
            <a:pPr marL="177800" indent="-177800"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project focused on stability instead of too many extra features.</a:t>
            </a:r>
            <a:endParaRPr lang="en-US" sz="2800" dirty="0"/>
          </a:p>
          <a:p>
            <a:pPr marL="177800" indent="-177800"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time allows, add multiple choice and yes or no question types after the core features are reliable.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55778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645920"/>
            <a:ext cx="4160520" cy="3246120"/>
          </a:xfrm>
          <a:prstGeom prst="roundRect">
            <a:avLst>
              <a:gd name="adj" fmla="val 2254"/>
            </a:avLst>
          </a:prstGeom>
          <a:solidFill>
            <a:srgbClr val="D9EAF7"/>
          </a:solidFill>
          <a:ln w="13970">
            <a:solidFill>
              <a:srgbClr val="7F9D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03720" y="1874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goal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040880" y="2377440"/>
            <a:ext cx="352044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 and working Online Survey System that can create a survey, collect responses, show results, and export data.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329</Words>
  <Application>Microsoft Office PowerPoint</Application>
  <PresentationFormat>Widescreen</PresentationFormat>
  <Paragraphs>55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Tyrone Chandler</dc:creator>
  <cp:lastModifiedBy>Tyrone Chandler</cp:lastModifiedBy>
  <cp:revision>2</cp:revision>
  <dcterms:created xsi:type="dcterms:W3CDTF">2026-03-08T00:02:47Z</dcterms:created>
  <dcterms:modified xsi:type="dcterms:W3CDTF">2026-03-08T21:34:08Z</dcterms:modified>
</cp:coreProperties>
</file>